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1D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AA8085-A914-4E70-9259-902636A5FC1F}" v="2" dt="2026-04-19T15:05:25.7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66" d="100"/>
          <a:sy n="66" d="100"/>
        </p:scale>
        <p:origin x="10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Anton Hedegaard" userId="e837b473-1c17-4ae4-9f80-b061495e9404" providerId="ADAL" clId="{1FD906FD-D9FC-42D1-AEAD-2730C9614F79}"/>
    <pc:docChg chg="modSld">
      <pc:chgData name="Kristian Anton Hedegaard" userId="e837b473-1c17-4ae4-9f80-b061495e9404" providerId="ADAL" clId="{1FD906FD-D9FC-42D1-AEAD-2730C9614F79}" dt="2026-04-19T15:05:25.713" v="2" actId="207"/>
      <pc:docMkLst>
        <pc:docMk/>
      </pc:docMkLst>
      <pc:sldChg chg="modSp mod">
        <pc:chgData name="Kristian Anton Hedegaard" userId="e837b473-1c17-4ae4-9f80-b061495e9404" providerId="ADAL" clId="{1FD906FD-D9FC-42D1-AEAD-2730C9614F79}" dt="2026-04-19T15:05:25.713" v="2" actId="207"/>
        <pc:sldMkLst>
          <pc:docMk/>
          <pc:sldMk cId="2426686531" sldId="256"/>
        </pc:sldMkLst>
        <pc:spChg chg="mod">
          <ac:chgData name="Kristian Anton Hedegaard" userId="e837b473-1c17-4ae4-9f80-b061495e9404" providerId="ADAL" clId="{1FD906FD-D9FC-42D1-AEAD-2730C9614F79}" dt="2026-04-19T15:05:25.713" v="2" actId="207"/>
          <ac:spMkLst>
            <pc:docMk/>
            <pc:sldMk cId="2426686531" sldId="256"/>
            <ac:spMk id="17" creationId="{D6B5CCD8-C277-008C-33F5-6E64D8D00087}"/>
          </ac:spMkLst>
        </pc:spChg>
        <pc:spChg chg="mod">
          <ac:chgData name="Kristian Anton Hedegaard" userId="e837b473-1c17-4ae4-9f80-b061495e9404" providerId="ADAL" clId="{1FD906FD-D9FC-42D1-AEAD-2730C9614F79}" dt="2026-04-19T15:05:25.713" v="2" actId="207"/>
          <ac:spMkLst>
            <pc:docMk/>
            <pc:sldMk cId="2426686531" sldId="256"/>
            <ac:spMk id="21" creationId="{1C892E4F-81B2-A6AC-4870-2F3BF3075D1C}"/>
          </ac:spMkLst>
        </pc:spChg>
        <pc:spChg chg="mod">
          <ac:chgData name="Kristian Anton Hedegaard" userId="e837b473-1c17-4ae4-9f80-b061495e9404" providerId="ADAL" clId="{1FD906FD-D9FC-42D1-AEAD-2730C9614F79}" dt="2026-04-19T15:05:25.713" v="2" actId="207"/>
          <ac:spMkLst>
            <pc:docMk/>
            <pc:sldMk cId="2426686531" sldId="256"/>
            <ac:spMk id="22" creationId="{171CE721-8711-7846-B689-06D6B91FE450}"/>
          </ac:spMkLst>
        </pc:spChg>
        <pc:spChg chg="mod">
          <ac:chgData name="Kristian Anton Hedegaard" userId="e837b473-1c17-4ae4-9f80-b061495e9404" providerId="ADAL" clId="{1FD906FD-D9FC-42D1-AEAD-2730C9614F79}" dt="2026-04-19T15:05:25.713" v="2" actId="207"/>
          <ac:spMkLst>
            <pc:docMk/>
            <pc:sldMk cId="2426686531" sldId="256"/>
            <ac:spMk id="23" creationId="{F1675324-28E3-BD54-8FC4-1EE4F8E04A95}"/>
          </ac:spMkLst>
        </pc:spChg>
        <pc:spChg chg="mod">
          <ac:chgData name="Kristian Anton Hedegaard" userId="e837b473-1c17-4ae4-9f80-b061495e9404" providerId="ADAL" clId="{1FD906FD-D9FC-42D1-AEAD-2730C9614F79}" dt="2026-04-19T15:05:25.713" v="2" actId="207"/>
          <ac:spMkLst>
            <pc:docMk/>
            <pc:sldMk cId="2426686531" sldId="256"/>
            <ac:spMk id="24" creationId="{CBFE056F-C66D-99A0-DCD1-F7A775256DFF}"/>
          </ac:spMkLst>
        </pc:spChg>
        <pc:picChg chg="mod">
          <ac:chgData name="Kristian Anton Hedegaard" userId="e837b473-1c17-4ae4-9f80-b061495e9404" providerId="ADAL" clId="{1FD906FD-D9FC-42D1-AEAD-2730C9614F79}" dt="2026-04-19T15:05:25.713" v="2" actId="207"/>
          <ac:picMkLst>
            <pc:docMk/>
            <pc:sldMk cId="2426686531" sldId="256"/>
            <ac:picMk id="6" creationId="{0DDF0489-238D-1BED-20DE-772E00E262D3}"/>
          </ac:picMkLst>
        </pc:picChg>
        <pc:picChg chg="mod">
          <ac:chgData name="Kristian Anton Hedegaard" userId="e837b473-1c17-4ae4-9f80-b061495e9404" providerId="ADAL" clId="{1FD906FD-D9FC-42D1-AEAD-2730C9614F79}" dt="2026-04-19T15:05:25.713" v="2" actId="207"/>
          <ac:picMkLst>
            <pc:docMk/>
            <pc:sldMk cId="2426686531" sldId="256"/>
            <ac:picMk id="11" creationId="{04E80B86-DACA-6DB7-1653-768E5EF3947B}"/>
          </ac:picMkLst>
        </pc:picChg>
        <pc:picChg chg="mod">
          <ac:chgData name="Kristian Anton Hedegaard" userId="e837b473-1c17-4ae4-9f80-b061495e9404" providerId="ADAL" clId="{1FD906FD-D9FC-42D1-AEAD-2730C9614F79}" dt="2026-04-19T15:05:25.713" v="2" actId="207"/>
          <ac:picMkLst>
            <pc:docMk/>
            <pc:sldMk cId="2426686531" sldId="256"/>
            <ac:picMk id="13" creationId="{4E32D9FD-7CCF-90B2-0302-E3E212F4B376}"/>
          </ac:picMkLst>
        </pc:picChg>
        <pc:picChg chg="mod">
          <ac:chgData name="Kristian Anton Hedegaard" userId="e837b473-1c17-4ae4-9f80-b061495e9404" providerId="ADAL" clId="{1FD906FD-D9FC-42D1-AEAD-2730C9614F79}" dt="2026-04-19T15:05:25.713" v="2" actId="207"/>
          <ac:picMkLst>
            <pc:docMk/>
            <pc:sldMk cId="2426686531" sldId="256"/>
            <ac:picMk id="16" creationId="{9DAE3678-0257-ECD3-7218-272036225B65}"/>
          </ac:picMkLst>
        </pc:picChg>
        <pc:picChg chg="mod">
          <ac:chgData name="Kristian Anton Hedegaard" userId="e837b473-1c17-4ae4-9f80-b061495e9404" providerId="ADAL" clId="{1FD906FD-D9FC-42D1-AEAD-2730C9614F79}" dt="2026-04-19T15:05:25.713" v="2" actId="207"/>
          <ac:picMkLst>
            <pc:docMk/>
            <pc:sldMk cId="2426686531" sldId="256"/>
            <ac:picMk id="1034" creationId="{BDE1D7AF-64C9-7983-EE12-460A78AB8E6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9EFF5-5816-683D-B9C2-702F8515E3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5BFC24-1C79-C0DA-5E71-1B6DD3CEA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2471D-677C-C8DA-A526-7B74891F6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DB35F-6F75-67AE-E419-BD287F57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1FF10-B9F7-BAEA-9A77-F6FE1F4E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0231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69B6E-4DB1-172C-23BE-880ECF6E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E07C5-5009-100B-954E-3141B48BA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8DF9C-0242-A68A-1F32-5E8E36E07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0F6E-51B0-C822-8B17-29588736B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CB005-EBC2-FD6E-09D5-2A605E722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2008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86368-EF8B-4414-EAE3-EDD4DEED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949A1F-9752-3F1C-D661-DD7BC0FB2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D59F8-F006-22A8-D10E-34FB4D506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99EEB-900D-3F2F-F763-84FBB88EC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CE2E-BEF1-4243-4756-968A88FE6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10617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8D0A-862F-5C34-663E-EA4A9838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6FAC5-3461-9497-1404-6F3E04C49D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75B389-8667-40D6-BE72-4753023246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927AE9-FB26-5A6C-C833-525EFD52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301F6-ABAE-B4AB-A84D-B723E8A13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393A32-6BA3-1235-C004-3F94C4660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57045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E7319-A4D8-983A-C45C-46465FAF9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898FF-CD06-9F07-FD48-92FA1AAE8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A1947-2F4F-68AC-BCF6-E65D419B6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DF04E-FA7B-995A-8EB4-94841F89D0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C67F13-EC5D-6053-726F-7C3356A79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1B253C-D9A0-05FD-EEEC-BAE7DC8F5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1A1E7-6C7B-4472-101B-28FB6CF67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17213-C852-81B3-7F20-96997BF55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0059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852BE-4D92-8C73-C30E-8AB9C433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F5525-CC23-2CDA-4CCF-1088502E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9E7A8-40AF-C6A9-91DC-D4FE034B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66FC1-0136-F34B-E8A9-656AA7F9B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4985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7C811-6D38-7B97-02AE-9D026F28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9C61F-F703-36E4-F602-05B596BFD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04C87-B33A-ADD5-7359-A8EE1AA12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5569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FF1E6-23AE-846B-F42C-B0BDEC386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FF38C-4D5E-CDCE-EF70-A4666B84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7E47B7-AC74-79E5-98D4-6B6446A81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B62BC-32DA-E4F9-EFA7-D40549F2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04249-6B4F-A2D8-2FF3-3002640FD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769C5D-22C2-4900-D202-520ECF7B5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0606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71F9-46CD-48A3-CEAC-B7F16B986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1A0E9D-B379-1F74-42DA-C4E80AC2F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ACE6FF-6CB9-4F38-0858-B50C84DE3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761E4B-FE1F-0063-FBBF-190A2C94C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1B708-023D-87FC-C164-559E54417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E519F-A4A6-C25D-86A1-E81A1C600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71199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5D79E-5AAA-3F9D-1334-40E25A759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0C0F7-669F-0E86-7D87-A9A9521E6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276C7-8903-9CC5-CC98-A6F6BD5B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ED5CC-DFDB-3EA4-AD3B-47ED09209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54016-E456-97EE-5EB2-F5862909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5529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E93F49-937E-3530-C160-7C805F6DB5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C6091-3D68-ABF3-482A-B24C8DAD6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2730F-C54C-DAA7-62D6-5D3584EA7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93947-55E0-DD30-5BD2-8DD5930A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F9D51-1104-DE08-F67A-C8C845C7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22129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4A76BF-EF26-4E1A-24D3-3EFC70A37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1FDB35-AACC-4CBA-F975-1863D916D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F15F6-DBDA-765B-B2EB-846471009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2AF1D-9ABE-4AB1-82D3-412350BAD02D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2598B-EE0E-5233-6C1A-ECA49D590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7837B-748A-F3A8-A154-2B6F08106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2FB06-C08F-4BF3-B9AC-43ADC3834556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952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DF0489-238D-1BED-20DE-772E00E26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63" y1="41415" x2="52685" y2="40591"/>
                        <a14:backgroundMark x1="17593" y1="28091" x2="79167" y2="34547"/>
                        <a14:backgroundMark x1="79167" y1="34547" x2="82130" y2="51030"/>
                        <a14:backgroundMark x1="82130" y1="51030" x2="66019" y2="64354"/>
                        <a14:backgroundMark x1="66019" y1="64354" x2="47130" y2="61470"/>
                        <a14:backgroundMark x1="47130" y1="61470" x2="30926" y2="53777"/>
                        <a14:backgroundMark x1="30926" y1="53777" x2="32222" y2="42033"/>
                        <a14:backgroundMark x1="51019" y1="51511" x2="28333" y2="33860"/>
                        <a14:backgroundMark x1="17870" y1="67308" x2="17870" y2="67308"/>
                        <a14:backgroundMark x1="28056" y1="33036" x2="28056" y2="33036"/>
                        <a14:backgroundMark x1="33889" y1="34066" x2="33889" y2="34066"/>
                        <a14:backgroundMark x1="24722" y1="35920" x2="24722" y2="35920"/>
                        <a14:backgroundMark x1="22222" y1="37157" x2="22222" y2="37157"/>
                        <a14:backgroundMark x1="85000" y1="37981" x2="85000" y2="37981"/>
                        <a14:backgroundMark x1="83889" y1="38187" x2="89722" y2="39560"/>
                        <a14:backgroundMark x1="36667" y1="67720" x2="51296" y2="67514"/>
                        <a14:backgroundMark x1="56852" y1="55151" x2="78981" y2="46566"/>
                        <a14:backgroundMark x1="9815" y1="33448" x2="21667" y2="33242"/>
                        <a14:backgroundMark x1="21667" y1="33242" x2="37778" y2="33860"/>
                        <a14:backgroundMark x1="20833" y1="54121" x2="23056" y2="72940"/>
                        <a14:backgroundMark x1="23056" y1="72940" x2="22778" y2="74451"/>
                        <a14:backgroundMark x1="20278" y1="31799" x2="29352" y2="28777"/>
                        <a14:backgroundMark x1="29352" y1="28777" x2="69815" y2="25206"/>
                        <a14:backgroundMark x1="75093" y1="66071" x2="70926" y2="77953"/>
                        <a14:backgroundMark x1="70926" y1="77953" x2="70926" y2="77953"/>
                      </a14:backgroundRemoval>
                    </a14:imgEffect>
                  </a14:imgLayer>
                </a14:imgProps>
              </a:ext>
            </a:extLst>
          </a:blip>
          <a:srcRect l="48455" t="38993" r="44757" b="56042"/>
          <a:stretch>
            <a:fillRect/>
          </a:stretch>
        </p:blipFill>
        <p:spPr>
          <a:xfrm>
            <a:off x="5415611" y="6050796"/>
            <a:ext cx="345282" cy="3405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E80B86-DACA-6DB7-1653-768E5EF394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884" t="20119" b="26107"/>
          <a:stretch>
            <a:fillRect/>
          </a:stretch>
        </p:blipFill>
        <p:spPr>
          <a:xfrm>
            <a:off x="121491" y="2322086"/>
            <a:ext cx="3835038" cy="31198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A49FE6-4406-5C15-26DE-F35497DE4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463" y1="41415" x2="52685" y2="40591"/>
                        <a14:backgroundMark x1="17593" y1="28091" x2="79167" y2="34547"/>
                        <a14:backgroundMark x1="79167" y1="34547" x2="82130" y2="51030"/>
                        <a14:backgroundMark x1="82130" y1="51030" x2="66019" y2="64354"/>
                        <a14:backgroundMark x1="66019" y1="64354" x2="47130" y2="61470"/>
                        <a14:backgroundMark x1="47130" y1="61470" x2="30926" y2="53777"/>
                        <a14:backgroundMark x1="30926" y1="53777" x2="32222" y2="42033"/>
                        <a14:backgroundMark x1="51019" y1="51511" x2="28333" y2="33860"/>
                        <a14:backgroundMark x1="17870" y1="67308" x2="17870" y2="67308"/>
                        <a14:backgroundMark x1="28056" y1="33036" x2="28056" y2="33036"/>
                        <a14:backgroundMark x1="33889" y1="34066" x2="33889" y2="34066"/>
                        <a14:backgroundMark x1="24722" y1="35920" x2="24722" y2="35920"/>
                        <a14:backgroundMark x1="22222" y1="37157" x2="22222" y2="37157"/>
                        <a14:backgroundMark x1="85000" y1="37981" x2="85000" y2="37981"/>
                        <a14:backgroundMark x1="83889" y1="38187" x2="89722" y2="39560"/>
                        <a14:backgroundMark x1="36667" y1="67720" x2="51296" y2="67514"/>
                        <a14:backgroundMark x1="56852" y1="55151" x2="78981" y2="46566"/>
                        <a14:backgroundMark x1="9815" y1="33448" x2="21667" y2="33242"/>
                        <a14:backgroundMark x1="21667" y1="33242" x2="37778" y2="33860"/>
                        <a14:backgroundMark x1="20833" y1="54121" x2="23056" y2="72940"/>
                        <a14:backgroundMark x1="23056" y1="72940" x2="22778" y2="74451"/>
                        <a14:backgroundMark x1="20278" y1="31799" x2="29352" y2="28777"/>
                        <a14:backgroundMark x1="29352" y1="28777" x2="69815" y2="25206"/>
                        <a14:backgroundMark x1="75093" y1="66071" x2="70926" y2="77953"/>
                        <a14:backgroundMark x1="70926" y1="77953" x2="70926" y2="77953"/>
                      </a14:backgroundRemoval>
                    </a14:imgEffect>
                  </a14:imgLayer>
                </a14:imgProps>
              </a:ext>
            </a:extLst>
          </a:blip>
          <a:srcRect l="48455" t="38993" r="44757" b="56042"/>
          <a:stretch>
            <a:fillRect/>
          </a:stretch>
        </p:blipFill>
        <p:spPr>
          <a:xfrm>
            <a:off x="2039010" y="4310741"/>
            <a:ext cx="277210" cy="2733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32D9FD-7CCF-90B2-0302-E3E212F4B3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129" t="91307" r="17343" b="3282"/>
          <a:stretch>
            <a:fillRect/>
          </a:stretch>
        </p:blipFill>
        <p:spPr>
          <a:xfrm>
            <a:off x="4633356" y="5778170"/>
            <a:ext cx="2925288" cy="9473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DAE3678-0257-ECD3-7218-272036225B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939" t="18757" b="16667"/>
          <a:stretch>
            <a:fillRect/>
          </a:stretch>
        </p:blipFill>
        <p:spPr>
          <a:xfrm>
            <a:off x="4047714" y="2501694"/>
            <a:ext cx="3835038" cy="3209333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6B5CCD8-C277-008C-33F5-6E64D8D00087}"/>
              </a:ext>
            </a:extLst>
          </p:cNvPr>
          <p:cNvSpPr/>
          <p:nvPr/>
        </p:nvSpPr>
        <p:spPr>
          <a:xfrm>
            <a:off x="4857222" y="3605214"/>
            <a:ext cx="195993" cy="211136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>
              <a:solidFill>
                <a:srgbClr val="0D1DC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B7F0099-B216-19B6-EF73-58757E789B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373" t="22291" b="20635"/>
          <a:stretch>
            <a:fillRect/>
          </a:stretch>
        </p:blipFill>
        <p:spPr>
          <a:xfrm rot="21404755">
            <a:off x="8237814" y="2404315"/>
            <a:ext cx="3830352" cy="340409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C892E4F-81B2-A6AC-4870-2F3BF3075D1C}"/>
              </a:ext>
            </a:extLst>
          </p:cNvPr>
          <p:cNvSpPr txBox="1"/>
          <p:nvPr/>
        </p:nvSpPr>
        <p:spPr>
          <a:xfrm>
            <a:off x="378148" y="745359"/>
            <a:ext cx="11344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err="1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Oversigt</a:t>
            </a:r>
            <a:r>
              <a:rPr lang="en-US" sz="54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 </a:t>
            </a:r>
            <a:r>
              <a:rPr lang="en-US" sz="5400" b="1" dirty="0" err="1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Pantspande</a:t>
            </a:r>
            <a:r>
              <a:rPr lang="en-US" sz="54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5400" b="1" dirty="0" err="1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Nygaard</a:t>
            </a:r>
            <a:endParaRPr lang="en-DK" sz="5400" b="1" dirty="0">
              <a:solidFill>
                <a:srgbClr val="0D1DC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1CE721-8711-7846-B689-06D6B91FE450}"/>
              </a:ext>
            </a:extLst>
          </p:cNvPr>
          <p:cNvSpPr txBox="1"/>
          <p:nvPr/>
        </p:nvSpPr>
        <p:spPr>
          <a:xfrm>
            <a:off x="183092" y="1938622"/>
            <a:ext cx="3541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 Sal (</a:t>
            </a:r>
            <a:r>
              <a:rPr lang="en-US" sz="3200" b="1" dirty="0" err="1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kælderen</a:t>
            </a:r>
            <a:r>
              <a:rPr lang="en-US" sz="32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DK" sz="3200" b="1" dirty="0">
              <a:solidFill>
                <a:srgbClr val="0D1DC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675324-28E3-BD54-8FC4-1EE4F8E04A95}"/>
              </a:ext>
            </a:extLst>
          </p:cNvPr>
          <p:cNvSpPr txBox="1"/>
          <p:nvPr/>
        </p:nvSpPr>
        <p:spPr>
          <a:xfrm>
            <a:off x="4279665" y="2005958"/>
            <a:ext cx="3541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 Sal (</a:t>
            </a:r>
            <a:r>
              <a:rPr lang="en-US" sz="3200" b="1" dirty="0" err="1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stuen</a:t>
            </a:r>
            <a:r>
              <a:rPr lang="en-US" sz="32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DK" sz="3200" b="1" dirty="0">
              <a:solidFill>
                <a:srgbClr val="0D1DC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E056F-C66D-99A0-DCD1-F7A775256DFF}"/>
              </a:ext>
            </a:extLst>
          </p:cNvPr>
          <p:cNvSpPr txBox="1"/>
          <p:nvPr/>
        </p:nvSpPr>
        <p:spPr>
          <a:xfrm>
            <a:off x="8467422" y="2005957"/>
            <a:ext cx="3541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Sal (</a:t>
            </a:r>
            <a:r>
              <a:rPr lang="en-US" sz="3200" b="1" dirty="0" err="1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biblioteket</a:t>
            </a:r>
            <a:r>
              <a:rPr lang="en-US" sz="3200" b="1" dirty="0">
                <a:solidFill>
                  <a:srgbClr val="0D1DC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DK" sz="3200" b="1" dirty="0">
              <a:solidFill>
                <a:srgbClr val="0D1DC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4" name="Picture 10" descr="No photo description available.">
            <a:extLst>
              <a:ext uri="{FF2B5EF4-FFF2-40B4-BE49-F238E27FC236}">
                <a16:creationId xmlns:a16="http://schemas.microsoft.com/office/drawing/2014/main" id="{BDE1D7AF-64C9-7983-EE12-460A78AB8E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71" b="23810"/>
          <a:stretch>
            <a:fillRect/>
          </a:stretch>
        </p:blipFill>
        <p:spPr bwMode="auto">
          <a:xfrm>
            <a:off x="10237628" y="5778170"/>
            <a:ext cx="1924065" cy="98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668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Anton Hedegaard</dc:creator>
  <cp:lastModifiedBy>Kristian Anton Hedegaard</cp:lastModifiedBy>
  <cp:revision>1</cp:revision>
  <dcterms:created xsi:type="dcterms:W3CDTF">2026-04-19T14:50:09Z</dcterms:created>
  <dcterms:modified xsi:type="dcterms:W3CDTF">2026-04-19T15:05:31Z</dcterms:modified>
</cp:coreProperties>
</file>